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A4F9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069B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F86C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8FA3D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C3CFE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Trust</c:v>
                </c:pt>
                <c:pt idx="1">
                  <c:v>Work reputation</c:v>
                </c:pt>
                <c:pt idx="2">
                  <c:v>Commerce activity</c:v>
                </c:pt>
                <c:pt idx="3">
                  <c:v>Decision quality</c:v>
                </c:pt>
                <c:pt idx="4">
                  <c:v>Protocol compliance</c:v>
                </c:pt>
                <c:pt idx="5">
                  <c:v>Community standing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026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this is a briefing for potential design partners, not a product sale. We are building the trust layer that agent commerce is missing, as an open protocol. Everything in this deck is grounded in a published spec and a published implementation audit — we will show exactly what works today and what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structural, not hypothetical: agent-to-agent delegation and agent purchasing already happen over ad-hoc API integrations. The analogy: a global economy with no banks, no credit bureaus, no courts. We deliberately avoid market-size numbers here — the structural gap is the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honestly against the landscape: AP2/ACP/x402 are payments protocols. None of them answers "should this agent be trusted with this much autonomy and this much money?" That question — reputation, escrow, graduated access — is our protocol. Strategy is integration, not competition: our attestations should be consumable inside their checkout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differentiates us from payment rails. Graduated autonomy = the tier ladder: daily USDC caps, rate limits, and feature access (bidding, agent-to-agent deals, bounty creation) all derive from the reputation score. Be transparent if asked: in the current reference implementation the top tiers are not yet reachable organically — that is a tracked gap we are fixing (see status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 covers endpoint schemas, full state machines for bounties / A2A deals / escrow, the exact scoring formulas, tier privilege mappings, real-time event channels, and signed bridge communication. Anyone can implement a compatible layer — that openness is deliberate: a reputation score nobody else can verify is not a credit score, it is a private 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Weights: Trust 25%, Work 25%, Commerce 20%, Decision quality 15%, Compliance 10%, Community 5%. The scoring formulas and decay half-lives are published in the open spec — reproducible math, not a black box. Honest caveat if probed: several scoring inputs (e.g. identity verification) are not yet wired in the reference implementation; the formula is live, full input coverage is tracked in the public status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credibility anchor — do not soften it. What works: the full non-monetary loop (register, score, claim, negotiate, feed, SDKs) runs today and can be demoed live in sandbox. What does not: real money movement is deliberately not GA — settlement paths are in security hardening and gated on an external audit. Enterprises have seen a hundred agent demos that overclaim; the fastest way to lose Apple, Google, or Deloitte is one claim their diligence team disproves.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 enterprise audience this is the differentiator: most agent-economy pitches are vision decks. Ours ships with a published audit that names our own security and correctness gaps, and a status matrix that tracks them. The message: judge us on trajectory and transparency, and verify everything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Sequencing rationale: a correct implementation makes the single-source spec meaningful; a conformance suite makes extraction verifiable; a neutral engine makes portable trust credible; portable trust is the thing worth distributing; distribution earns the second implementation that makes this a protocol instead of a product. The audit-before-money commitment consistently lands well with enterprise risk teams — lead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Tailor per meeting: for a platform provider, lead with attestation verification and the settlement adapter; for a consultancy, lead with the governance practice they can build and bill; when they bring their customers, lead with the concrete guardrails story on the next slide. In all three cases the ask is the same: design partnership, not procurement.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as a narrative, not a feature list. The customer never grants blanket autonomy: the agent starts nearly powerless and earns each capability. Sandbox demo of this exact loop is available today; the settlement step runs with simulated funds until the security audit gate is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is deliberately modest: review, pilot, feedback. Do not sell a production deployment — the deck has been explicit that money paths are not GA. The value we offer a large partner is influence over a standard while it is still soft, plus a transparency posture their diligence teams can verify in an afternoon.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open-vs-closed frame: payment giants will ship their rails either way; whether agent trust becomes an open, verifiable commons or a set of walled scores is being decided now. Invite them to verify everything in the repo before the next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548640"/>
            <a:ext cx="5852160" cy="5852160"/>
          </a:xfrm>
          <a:prstGeom prst="ellipse">
            <a:avLst/>
          </a:prstGeom>
          <a:ln w="31750">
            <a:solidFill>
              <a:srgbClr val="2A35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463040"/>
            <a:ext cx="4023360" cy="4023360"/>
          </a:xfrm>
          <a:prstGeom prst="ellipse">
            <a:avLst/>
          </a:prstGeom>
          <a:ln w="25400">
            <a:solidFill>
              <a:srgbClr val="3A47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2377440"/>
            <a:ext cx="2194560" cy="2194560"/>
          </a:xfrm>
          <a:prstGeom prst="ellipse">
            <a:avLst/>
          </a:prstGeom>
          <a:solidFill>
            <a:srgbClr val="2A3576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999232"/>
            <a:ext cx="950976" cy="9509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659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CommerceIndex Protocol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layer for the agent economy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03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open, MIT-licensed protocol for identity, portable reputation,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escrowed transactions, and graduated autonomy between AI agents.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briefing ·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already transact. Badly.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with a card on file, every delegated subtask, every negotiated price — commerce without infrastructure.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reputation systems an AI agent can carry between platforms today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09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interaction starts from zero trust — and a bad actor restarts from zero consequence.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74920" y="1819656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8057" y="1952793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806440" y="16916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20208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today, re-register with a fresh API key tomorrow.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74920" y="2724912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057" y="2858049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06440" y="25968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reputation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806440" y="29260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thousand successful deliveries build nothing portable.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074920" y="3630168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057" y="3763305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06440" y="35021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escrow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806440" y="38313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moves before work is verified — for either party.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074920" y="4535424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057" y="4668561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806440" y="44074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806440" y="47365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deals carry no penalty, no dispute path, no record.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074920" y="5440680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8057" y="5573817"/>
            <a:ext cx="245791" cy="24579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806440" y="531266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graduated access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5806440" y="56418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agent and a proven veteran get identical limits.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CommerceIndex Protocol — Partner Briefing ·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payments race is on. Trust is unclaimed.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AP2, ACP and x402 are shipping the payment rails. Nobody owns cross-platform agent trust.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built by the giants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 (Google + payments coalition) — agent payment mandates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Commerce Protocol (OpenAI + Stripe) — agent checkout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(Coinbase) — machine-to-machine stablecoin payments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— on-chain agent identity registries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&amp; Mastercard agent-payment initiatives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F3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missing — our layer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146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verifiable reputation that follows an agent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autonomy — capability earned by track record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Escrowed accountability with disputes and penalties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Human-defined boundaries agents cannot modify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 consumable by any rail, any platform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1996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CommerceIndex rides the incumbent rails and supplies the layer they all assume exists.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CommerceIndex Protocol — Partner Briefing ·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 is earned, never granted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tiers. Human-defined boundaries, protocol-enforced. Agents climb by demonstrated reliability.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cannot promote itself, cannot change its scoring, cannot raise its own caps. The rules of the game are set by humans; agents compete within them. For an enterprise, that is a control architecture — not a values statement.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F3F6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480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to you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agent fleets with bounded blast radius: spend caps, rate limits, and feature gates that scale with each agent’s proven record.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83480" y="4937760"/>
            <a:ext cx="1115568" cy="1051560"/>
          </a:xfrm>
          <a:prstGeom prst="roundRect">
            <a:avLst>
              <a:gd name="adj" fmla="val 5217"/>
            </a:avLst>
          </a:prstGeom>
          <a:solidFill>
            <a:srgbClr val="8FA3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28616" y="504748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Newcomer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928616" y="532180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$100/day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928616" y="6062472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0–149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63056" y="4352544"/>
            <a:ext cx="1115568" cy="1636776"/>
          </a:xfrm>
          <a:prstGeom prst="roundRect">
            <a:avLst>
              <a:gd name="adj" fmla="val 4918"/>
            </a:avLst>
          </a:prstGeom>
          <a:solidFill>
            <a:srgbClr val="6F86C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08192" y="446227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108192" y="473659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$1K/day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108192" y="6062472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150–349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42632" y="3767328"/>
            <a:ext cx="1115568" cy="2221992"/>
          </a:xfrm>
          <a:prstGeom prst="roundRect">
            <a:avLst>
              <a:gd name="adj" fmla="val 4918"/>
            </a:avLst>
          </a:prstGeom>
          <a:solidFill>
            <a:srgbClr val="5069B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87768" y="38770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287768" y="415137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$5K/day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287768" y="6062472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350–549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22208" y="3182112"/>
            <a:ext cx="1115568" cy="2807208"/>
          </a:xfrm>
          <a:prstGeom prst="roundRect">
            <a:avLst>
              <a:gd name="adj" fmla="val 4918"/>
            </a:avLst>
          </a:prstGeom>
          <a:solidFill>
            <a:srgbClr val="3A4F9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67344" y="32918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467344" y="356616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$25K/day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467344" y="6062472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550–749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01784" y="2596896"/>
            <a:ext cx="1115568" cy="3392424"/>
          </a:xfrm>
          <a:prstGeom prst="roundRect">
            <a:avLst>
              <a:gd name="adj" fmla="val 4918"/>
            </a:avLst>
          </a:prstGeom>
          <a:solidFill>
            <a:srgbClr val="2A3B8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46920" y="270662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646920" y="298094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$100K/day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646920" y="6062472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750–899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881360" y="2011680"/>
            <a:ext cx="1115568" cy="3977640"/>
          </a:xfrm>
          <a:prstGeom prst="roundRect">
            <a:avLst>
              <a:gd name="adj" fmla="val 4918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826496" y="212140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Legendary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0826496" y="239572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0826496" y="6062472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900–1000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983480" y="6309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Score range →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CommerceIndex Protocol — Partner Briefing ·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protocol, four pillars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 end-to-end: wire formats, state machines, scoring math, and governance rules. MIT-licensed.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2048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75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496312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agent identity with declared capabilities and cross-platform discovery.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3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574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361" y="220480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2075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— CI Score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496312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0–1000 behavioral score across six weighted dimensions, recomputed continuously with temporal decay.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3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8912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453652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407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&amp; escrow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4828032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bounties, agent-to-agent deals, and marketplace posts — every dollar flows through conditional escrow.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3F6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38912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361" y="453652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4407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— tiers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4828032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Score-derived caps, rate limits, and feature gates. Boundaries are protocol-defined, not agent-modifiable.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CommerceIndex Protocol — Partner Briefing ·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 Score: a credit score built from behavior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weighted dimensions, computed from what agents do — not what they claim.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847088" y="3182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0–1000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847088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0" y="1920240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737" y="2053377"/>
            <a:ext cx="245791" cy="24579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67512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decay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6675120" y="21579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fades on a per-dimension half-life (5–30 days). No coasting on last month’s record.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0" y="2999232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737" y="3132369"/>
            <a:ext cx="245791" cy="24579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75120" y="2907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penalty, slow recovery</a:t>
            </a:r>
            <a:endParaRPr lang="en-US" sz="1550" dirty="0"/>
          </a:p>
        </p:txBody>
      </p:sp>
      <p:sp>
        <p:nvSpPr>
          <p:cNvPr id="14" name="Text 9"/>
          <p:cNvSpPr txBox="1"/>
          <p:nvPr/>
        </p:nvSpPr>
        <p:spPr>
          <a:xfrm>
            <a:off x="6675120" y="323697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and violations bite immediately; recovery requires sustained delivery.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943600" y="4078224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737" y="4211361"/>
            <a:ext cx="245791" cy="24579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675120" y="39867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Consequential, not cosmetic</a:t>
            </a:r>
            <a:endParaRPr lang="en-US" sz="1550" dirty="0"/>
          </a:p>
        </p:txBody>
      </p:sp>
      <p:sp>
        <p:nvSpPr>
          <p:cNvPr id="18" name="Text 12"/>
          <p:cNvSpPr txBox="1"/>
          <p:nvPr/>
        </p:nvSpPr>
        <p:spPr>
          <a:xfrm>
            <a:off x="6675120" y="431596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directly sets caps, rate limits, and feature access — it is the tier system’s input.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943600" y="5157216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6737" y="5290353"/>
            <a:ext cx="245791" cy="24579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675120" y="50657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portability</a:t>
            </a:r>
            <a:endParaRPr lang="en-US" sz="1550" dirty="0"/>
          </a:p>
        </p:txBody>
      </p:sp>
      <p:sp>
        <p:nvSpPr>
          <p:cNvPr id="22" name="Text 15"/>
          <p:cNvSpPr txBox="1"/>
          <p:nvPr/>
        </p:nvSpPr>
        <p:spPr>
          <a:xfrm>
            <a:off x="6675120" y="53949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attestations let any platform verify an agent’s standing (asymmetric signing on the roadmap).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CommerceIndex Protocol — Partner Briefing ·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 today — stated plainly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publish a section-by-section status matrix. This is the summary as of September 2026.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93392"/>
            <a:ext cx="201168" cy="201168"/>
          </a:xfrm>
          <a:prstGeom prst="ellipse">
            <a:avLst/>
          </a:prstGeom>
          <a:solidFill>
            <a:srgbClr val="02A87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70432" y="1901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now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677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reference platform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97480"/>
            <a:ext cx="30449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spec v1.0, open &amp; MIT-licensed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registration, discovery &amp; identity API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with temporal decay (live)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Bounty &amp; A2A deal state machines end-to-end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 (WebSocket + SSE)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TypeScript SDKs, tested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88536" y="173736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3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81144" y="1993392"/>
            <a:ext cx="201168" cy="201168"/>
          </a:xfrm>
          <a:prstGeom prst="ellipse">
            <a:avLst/>
          </a:prstGeom>
          <a:solidFill>
            <a:srgbClr val="D98E1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10328" y="1901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hardening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910328" y="22677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exists, sandbox only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697480"/>
            <a:ext cx="30449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settlement &amp; escrow release paths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safety on money operations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wallet verification inputs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Top-tier progression (currently capped)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metering enforcement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28432" y="173736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3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993392"/>
            <a:ext cx="201168" cy="201168"/>
          </a:xfrm>
          <a:prstGeom prst="ellipse">
            <a:avLst/>
          </a:prstGeom>
          <a:solidFill>
            <a:srgbClr val="C244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50224" y="1901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650224" y="22677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yet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97480"/>
            <a:ext cx="30449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money movement (gated on external security audit)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Asymmetric-key score attestations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test suite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independent implementation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arbitration at scale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CommerceIndex Protocol — Partner Briefing ·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Radical transparency is the go-to-market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commissioned and published a hostile audit of our own implementation — in the open repo.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0" cy="434340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Published, public, versioned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Specification v1.0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614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schema, state machine, and formula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37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Review 2026-08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301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Independent-style audit, file-and-line findings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06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 matrix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498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section × status, kept current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074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Open Protocol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367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plan from platform to standard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075688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1572" y="2213580"/>
            <a:ext cx="254569" cy="254569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333488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Diligence-ready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7333488" y="231343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architects can verify every claim in this deck against the repo before a single meeting.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583680" y="3447288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572" y="3585180"/>
            <a:ext cx="254569" cy="25456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333488" y="3337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vaporware risk</a:t>
            </a:r>
            <a:endParaRPr lang="en-US" sz="1550" dirty="0"/>
          </a:p>
        </p:txBody>
      </p:sp>
      <p:sp>
        <p:nvSpPr>
          <p:cNvPr id="21" name="Text 17"/>
          <p:cNvSpPr txBox="1"/>
          <p:nvPr/>
        </p:nvSpPr>
        <p:spPr>
          <a:xfrm>
            <a:off x="7333488" y="368503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are named by us first — there is nothing for a review team to “discover.”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83680" y="4818888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572" y="4956780"/>
            <a:ext cx="254569" cy="254569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333488" y="4709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posture</a:t>
            </a:r>
            <a:endParaRPr lang="en-US" sz="1550" dirty="0"/>
          </a:p>
        </p:txBody>
      </p:sp>
      <p:sp>
        <p:nvSpPr>
          <p:cNvPr id="25" name="Text 20"/>
          <p:cNvSpPr txBox="1"/>
          <p:nvPr/>
        </p:nvSpPr>
        <p:spPr>
          <a:xfrm>
            <a:off x="7333488" y="505663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 shape the spec while it is still shapeable — that is the point of coming in now.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CommerceIndex Protocol — Partner Briefing ·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from platform to standard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 — each one is the trust prerequisite for the next.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3072384"/>
            <a:ext cx="9052560" cy="0"/>
          </a:xfrm>
          <a:prstGeom prst="line">
            <a:avLst/>
          </a:prstGeom>
          <a:noFill/>
          <a:ln w="31750">
            <a:solidFill>
              <a:srgbClr val="C3CF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2788920"/>
            <a:ext cx="566928" cy="566928"/>
          </a:xfrm>
          <a:prstGeom prst="ellipse">
            <a:avLst/>
          </a:prstGeom>
          <a:solidFill>
            <a:srgbClr val="02A87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282549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35204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384962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Money-path safety, security fixes, CI green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23317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we are here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2788920"/>
            <a:ext cx="566928" cy="56692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282549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5204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384962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spec + public conformance suite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36592" y="2788920"/>
            <a:ext cx="566928" cy="56692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282549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35204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096512" y="384962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Neutral, self-hostable engine; pluggable settlement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47104" y="2788920"/>
            <a:ext cx="566928" cy="56692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47104" y="282549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907024" y="35204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trust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07024" y="384962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identity; verifiable attestations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57616" y="2788920"/>
            <a:ext cx="566928" cy="56692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57616" y="282549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717536" y="35204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17536" y="384962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tooling; integrate AP2 / ACP / x402 rails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168128" y="2788920"/>
            <a:ext cx="566928" cy="56692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68128" y="282549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528048" y="35204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528048" y="384962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governance; second implementation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5321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commitment: </a:t>
            </a:r>
            <a:pPr indent="0" marL="0">
              <a:buNone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money movement before Phase 0 is complete and an external security audit of the settlement path has passed.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CommerceIndex Protocol — Partner Briefing ·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partnership looks like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in — matched to how your organization touches the agent economy.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9339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13603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751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providers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304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/ Google-scale ecosystems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880360"/>
            <a:ext cx="302666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trust layer beneath your agent platform and marketplaces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CI Score attestations at checkout and delegation time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Co-define the settlement adapter for your payment rails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88536" y="173736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3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4581144" y="199339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790" y="213603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48656" y="19751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Consultancies &amp; SIs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248656" y="2304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Deloitte-style practices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581144" y="2880360"/>
            <a:ext cx="302666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agent-fleet governance offering on tiers, caps &amp; audit trails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clients a compliance story for autonomous spend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the conformance suite your auditors will run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28432" y="173736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3F6FC"/>
          </a:solidFill>
          <a:ln/>
        </p:spPr>
      </p:sp>
      <p:sp>
        <p:nvSpPr>
          <p:cNvPr id="17" name="Shape 13"/>
          <p:cNvSpPr/>
          <p:nvPr/>
        </p:nvSpPr>
        <p:spPr>
          <a:xfrm>
            <a:off x="8321040" y="199339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136038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88552" y="19751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988552" y="2304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 your clients serve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880360"/>
            <a:ext cx="302666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autonomous procurement — spend caps that scale with proof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Escrowed vendor &amp; data-exchange agents with dispute recourse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queryable audit trail for every agent transaction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CommerceIndex Protocol — Partner Briefing ·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procurement agent, deployed safely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“graduated autonomy” feels like in production — every step bounded, scored, and auditable.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16712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1945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92938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2402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gets an identity and starts at the bottom tier: $100/day, no negotiation rights.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9632" y="178308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3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6712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1945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095744" y="192938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095744" y="22402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completes small sourcing bounties; approvals and honored promises build its CI Score.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27832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3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6118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639312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44752" y="337413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368503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tier thresholds unlocks bidding, then agent-to-agent negotiation, then higher caps.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9632" y="3227832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3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6118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3639312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95744" y="337413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095744" y="368503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haggles with vendor agents inside human-set auto-rules: accept-below, reject-above, step-down.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72584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3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0566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084064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444752" y="481888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444752" y="512978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sit in escrow until delivery is confirmed; disputes freeze the money and dent the score.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99632" y="4672584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3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50566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5084064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095744" y="481888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095744" y="512978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offer, promise, and payout is on the record — for compliance, and for the next score.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CommerceIndex Protocol — Partner Briefing ·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design partners, not customers — yet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is at the stage where partners can still shape it. That window closes at v2.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2A357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offer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seat in protocol governance and spec review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to the conformance suite and sandbox economy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 of the settlement adapter for your rails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transparency: audit, status matrix, roadmap — all public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2A357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ask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6032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review of the spec by your architects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scoped sandbox pilot — one workflow, simulated funds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on the attestation format your platform would verify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Candor: tell us where the protocol fails your requirements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money moves until Phase 0 and an external security audit are complete. That is a commitment, not a caveat.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6035040" cy="6035040"/>
          </a:xfrm>
          <a:prstGeom prst="ellipse">
            <a:avLst/>
          </a:prstGeom>
          <a:ln w="31750">
            <a:solidFill>
              <a:srgbClr val="2A35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023360"/>
            <a:ext cx="4206240" cy="4206240"/>
          </a:xfrm>
          <a:prstGeom prst="ellipse">
            <a:avLst/>
          </a:prstGeom>
          <a:ln w="25400">
            <a:solidFill>
              <a:srgbClr val="3A47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economy will get a trust layer.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question is whether it is open.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&amp; docs:  </a:t>
            </a:r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github.com/mithunkadur/commerceindex-protocol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 </a:t>
            </a:r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commerceindex.ai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 </a:t>
            </a:r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Mithun Kadur · mithun.kadur@sagisu.com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2026-09-04T13:18:50Z</dcterms:created>
  <dcterms:modified xsi:type="dcterms:W3CDTF">2026-09-04T13:18:50Z</dcterms:modified>
</cp:coreProperties>
</file>